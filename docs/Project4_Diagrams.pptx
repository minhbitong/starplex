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4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AI Image &amp; Video Generator — System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📊 Biểu đồ thiết kế hệ thống: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1. ERD (Entity Relationship Diagram)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2. Use Case Diagram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3. Architecture Diagram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4. Sequence: Generate Image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5. BPMN: Mua Credit &amp; Thanh Toán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6. State Diagrams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   7. Activity: Đăng Ký Tài Khoản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Tech stack: Python 3.11+ • FastAPI • aiomysql • Redis • Flutter • MySQL 8 • SDXL-Lightning • TranslateGemma • Stripe/MoMo/ZaloPay/VNPay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01. ERD (Entity Relationship Diagram)</a:t>
            </a:r>
          </a:p>
        </p:txBody>
      </p:sp>
      <p:pic>
        <p:nvPicPr>
          <p:cNvPr id="4" name="Picture 3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Mô tả 12 bảng trong database và mối quan hệ giữa chúng: Users ↔ Tokens/Generations/Wallets/Payments, Generations ↔ Files, Packages ↔ Benefits/Payments. Có các ràng buộc CHECK và INDEX.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ERD.png    |    File nguồn: 01_ERD.puml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02. Use Case Diagram</a:t>
            </a:r>
          </a:p>
        </p:txBody>
      </p:sp>
      <p:pic>
        <p:nvPicPr>
          <p:cNvPr id="4" name="Picture 3" descr="UseCas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Các chức năng theo 2 actor: User (đăng ký, generate ảnh/video, mua credit, xem lịch sử) và Admin (quản lý Users, Packages, Payments, Generations, System Settings).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UseCaseDiagram.png    |    File nguồn: 02_UseCase.puml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03. Architecture Diagram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Kiến trúc 5 lớp: Presentation (Flutter) → API Gateway (FastAPI) → Controller → Service → Data (MySQL/Redis/File). Tầng AI/ML chạy SDXL-Lightning + TranslateGemma trên GPU.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Architecture.png    |    File nguồn: 03_Architecture.puml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04. Sequence: Generate Image</a:t>
            </a:r>
          </a:p>
        </p:txBody>
      </p:sp>
      <p:pic>
        <p:nvPicPr>
          <p:cNvPr id="4" name="Picture 3" descr="Sequence_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Luồng generate ảnh: JWT auth → check credit → INSERT Generation (pending) → TranslateGemma (VI→EN) → SDXL sinh ảnh → lưu file → trừ credit → trả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Sequence_ImageGen.png    |    File nguồn: 04_Sequence_GenerateImage.puml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05. BPMN: Mua Credit &amp; Thanh Toán</a:t>
            </a:r>
          </a:p>
        </p:txBody>
      </p:sp>
      <p:pic>
        <p:nvPicPr>
          <p:cNvPr id="4" name="Picture 3" descr="BPMN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Quy trình thanh toán: chọn package → chọn phương thức (Stripe/MoMo/ZaloPay/VNPay/Bank) → webhook → cộng credit → email xác nhận. Có nhánh thất bại/hủy.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BPMN_Payment.png    |    File nguồn: 05_BPMN_Payment.puml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06. State Diagrams</a:t>
            </a:r>
          </a:p>
        </p:txBody>
      </p:sp>
      <p:pic>
        <p:nvPicPr>
          <p:cNvPr id="4" name="Picture 3" descr="State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State machines: Generations (pending→processing→completed/failed), Payments (pending→completed/failed/cancelled), Users.status (active→inactive/banned).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StateDiagrams.png    |    File nguồn: 06_StateDiagram.puml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07. Activity: Đăng Ký Tài Khoản</a:t>
            </a:r>
          </a:p>
        </p:txBody>
      </p:sp>
      <p:pic>
        <p:nvPicPr>
          <p:cNvPr id="4" name="Picture 3" descr="Activity_Dang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6868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418320" y="1005840"/>
            <a:ext cx="2468880" cy="5120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8E5"/>
                </a:solidFill>
              </a:defRPr>
            </a:pPr>
            <a:r>
              <a:t>Mô tả: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Quy trình đăng ký: validate → hash bcrypt → check email → INSERT Users + CreditWallets → song song gửi Welcome email + tạo JWT (access 30', refresh 15 ngày).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Project4 — Diagrams — Activity_DangKy.png    |    File nguồn: 07_Activity_DangKy.puml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